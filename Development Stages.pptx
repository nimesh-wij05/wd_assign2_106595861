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3" r:id="rId37"/>
    <p:sldId id="292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70" d="100"/>
          <a:sy n="70" d="100"/>
        </p:scale>
        <p:origin x="525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1BA51D-A077-453F-9FEA-7D46E39A1089}" type="datetimeFigureOut">
              <a:rPr lang="en-AU" smtClean="0"/>
              <a:t>31/05/2026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93EB01-4AE9-4DE5-9A02-B7DFCAEE6EA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518022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93EB01-4AE9-4DE5-9A02-B7DFCAEE6EA7}" type="slidenum">
              <a:rPr lang="en-AU" smtClean="0"/>
              <a:t>39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956876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CD690-78EF-0592-ACD8-CD01403A83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23F832-F710-8299-0AC9-0A13481D95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C0C593-2560-B38A-F296-1CC2EC656E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FC15B-86A6-4F5B-B8D2-2E32C91A297F}" type="datetimeFigureOut">
              <a:rPr lang="en-AU" smtClean="0"/>
              <a:t>31/05/2026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CF16F8-2FB6-BC0B-929E-10C4736E6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45EB30-3088-0CDD-2044-7514CF9F6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4AFCB-4EC2-4E6A-BA19-6B8E1E029D8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662437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CCA8F-0C0B-2CF7-DE45-57D94397C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8F86AF-AB12-CAFC-67FA-6F02F49824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7C7D4E-510E-136B-0AB9-952EECF18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FC15B-86A6-4F5B-B8D2-2E32C91A297F}" type="datetimeFigureOut">
              <a:rPr lang="en-AU" smtClean="0"/>
              <a:t>31/05/2026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1D147-033D-F304-F446-5299593A5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211FB1-7434-F18A-A7EF-EDD3CEC6A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4AFCB-4EC2-4E6A-BA19-6B8E1E029D8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079495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DC47F-E3C8-939B-31E3-8B69E16EC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89C4DD-01C4-913C-AEAA-BCD1F0AE74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0CA6E2-2773-9B5D-B995-6BAE14302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FC15B-86A6-4F5B-B8D2-2E32C91A297F}" type="datetimeFigureOut">
              <a:rPr lang="en-AU" smtClean="0"/>
              <a:t>31/05/2026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A8F64B-CC15-93E6-32C7-EFB3B0C35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FA0514-4DBD-F596-48A6-A71F1E37A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4AFCB-4EC2-4E6A-BA19-6B8E1E029D8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777825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11E09-B025-8CFA-FEEF-3FEB75BD4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61BCE3-5594-7875-EB1C-38D9345F9E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817DB4-C529-A03C-9A04-BCCC6B56D1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925AD4-45E4-CAF1-A0EA-E80270712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FC15B-86A6-4F5B-B8D2-2E32C91A297F}" type="datetimeFigureOut">
              <a:rPr lang="en-AU" smtClean="0"/>
              <a:t>31/05/2026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AB4BBE-19FD-7A4A-898F-DBD052C88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17F93D-8289-82A2-2E6A-0CEF59A52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4AFCB-4EC2-4E6A-BA19-6B8E1E029D8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277396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C06C5-508F-015D-0AF7-1B7ED2B626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8CDC31-33E4-640D-D71A-8A0ABBCD6B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6EB792-7266-D5F9-DF7C-AAC6425EB3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8B7829-F0FD-5ED8-55D9-F1853F05EA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6B1E8B-B821-8945-D50A-C0E6D80B1A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9470568-A341-5D09-E949-AEF0212D1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FC15B-86A6-4F5B-B8D2-2E32C91A297F}" type="datetimeFigureOut">
              <a:rPr lang="en-AU" smtClean="0"/>
              <a:t>31/05/2026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364EA4-2C14-8CCC-2917-351AEC9CC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E9A6E6-C8EC-D464-1FB4-4586DDA75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4AFCB-4EC2-4E6A-BA19-6B8E1E029D8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75838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39F06-6FE1-0819-63BF-2DB1B4B78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DBEF5A-004D-467A-AC58-4BADF9832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FC15B-86A6-4F5B-B8D2-2E32C91A297F}" type="datetimeFigureOut">
              <a:rPr lang="en-AU" smtClean="0"/>
              <a:t>31/05/2026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1D2110-E1E7-42FE-4675-CC002D74C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7B497B-4320-BAC9-0C2E-A0D0EDF68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4AFCB-4EC2-4E6A-BA19-6B8E1E029D8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599617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44BF85-D236-88BA-5B96-86EE29AEE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FC15B-86A6-4F5B-B8D2-2E32C91A297F}" type="datetimeFigureOut">
              <a:rPr lang="en-AU" smtClean="0"/>
              <a:t>31/05/2026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4B3C2F-E8C6-4442-4D3B-CFCAE2148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80F12F-95F7-99BB-233C-2A89DA16A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4AFCB-4EC2-4E6A-BA19-6B8E1E029D8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159491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C8B66-8140-DA8C-AB8D-3AB1944C2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97D24-50F7-2DB1-DDBF-29772DA5A3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89E64C-CBFE-2C50-D594-F8749DC15F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C59A46-B6A7-DF46-5483-80830F70B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FC15B-86A6-4F5B-B8D2-2E32C91A297F}" type="datetimeFigureOut">
              <a:rPr lang="en-AU" smtClean="0"/>
              <a:t>31/05/2026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0D7AAE-268A-CEB4-8E0D-5D12236B1C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1287AA-1892-9EDD-2B12-9CE3FE9EF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4AFCB-4EC2-4E6A-BA19-6B8E1E029D8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770374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7C6BD-F94B-B984-699A-7CB0CC6F90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790E5AE-1751-D050-DC27-1785828EFE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1DA011-9550-365E-992C-289A0B8E44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12599C-C79A-68E7-D55B-E7F45E668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FC15B-86A6-4F5B-B8D2-2E32C91A297F}" type="datetimeFigureOut">
              <a:rPr lang="en-AU" smtClean="0"/>
              <a:t>31/05/2026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7E1C16-0DF8-76D2-808E-31394CA01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1FA79E-5D8A-CB3E-3CEA-F2AAFCBA4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4AFCB-4EC2-4E6A-BA19-6B8E1E029D8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463667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35EF2-5533-FC45-ABFB-17655EA79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1F0679-3412-7824-52AC-13B484F4BC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745FF1-8FE8-2F95-60D2-CF7F57ABE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FC15B-86A6-4F5B-B8D2-2E32C91A297F}" type="datetimeFigureOut">
              <a:rPr lang="en-AU" smtClean="0"/>
              <a:t>31/05/2026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94C34D-8781-7229-4478-66665FF2B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0702DC-3B16-9BEE-4704-965AE5E4E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4AFCB-4EC2-4E6A-BA19-6B8E1E029D8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082943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087BD9A-9043-73E3-3C3D-CEE6E65A3E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2569CD-8768-158F-FE85-E82B4C1571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14E8CF-FF38-F0B9-E9AC-BC2FC85202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FC15B-86A6-4F5B-B8D2-2E32C91A297F}" type="datetimeFigureOut">
              <a:rPr lang="en-AU" smtClean="0"/>
              <a:t>31/05/2026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125F42-1AE0-0E13-1C45-FB52640917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42BCE4-97D2-154F-0B24-1F59F7528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4AFCB-4EC2-4E6A-BA19-6B8E1E029D8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508547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16703F-8CB5-FB8D-87A9-8CCE9D6C6F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5D1274-EC2F-29A1-EA6B-C85A068CCB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3B014B-286A-6D75-F861-15212E7C66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0FC15B-86A6-4F5B-B8D2-2E32C91A297F}" type="datetimeFigureOut">
              <a:rPr lang="en-AU" smtClean="0"/>
              <a:t>31/05/2026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CDC331-A962-B00A-258D-66A08F5F2B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0BB133-05AF-1449-423B-AB0B349C76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44AFCB-4EC2-4E6A-BA19-6B8E1E029D8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01392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1423F-E1C1-1AAC-56F5-89181862F05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Development Stages</a:t>
            </a:r>
            <a:endParaRPr lang="en-A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1BFE1E-AB75-CBF0-697C-B258DE2A1A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COS1005 – Web Development </a:t>
            </a:r>
          </a:p>
          <a:p>
            <a:r>
              <a:rPr lang="en-US" dirty="0"/>
              <a:t>Nimesh Wijetunge (106595861)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9472052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FEBE6-824A-627C-12EE-FEFDA73F8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Index.html – 18/05/2026</a:t>
            </a:r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D38F28-9BC6-EBB4-25F2-3B3FDBE665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2728" y="1352625"/>
            <a:ext cx="6844793" cy="5420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966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A6D8E-715B-30DF-2508-BC1B599EE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Recommend.html – 18/05/2026</a:t>
            </a:r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CAAD73-B7A5-1D1B-965D-982A325F83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3907" y="1435136"/>
            <a:ext cx="6072200" cy="5144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77170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AC988-D5B4-C3D7-7C5D-506079CA7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Register.html</a:t>
            </a:r>
            <a:endParaRPr lang="en-AU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D902B39-722A-581A-0B6A-0693D91B93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1790" y="1341980"/>
            <a:ext cx="6308420" cy="5452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54461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D89FB-FB5E-E9B5-A736-162042A47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Resturants.html 18/05/2026</a:t>
            </a:r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AAA73F3-E94C-011B-6374-8E5BA8092C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6466" y="1392467"/>
            <a:ext cx="6253837" cy="5381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30064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2021C-31CA-B599-6451-A393CA369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Style.css – 18/05/2026</a:t>
            </a:r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A8BF0A-47EF-444C-EDDE-0AC9050AD0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177" y="2056134"/>
            <a:ext cx="10658623" cy="2745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93389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DD0F2-C92E-0DBF-D569-54C54C500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Index.html – 20/05/2026</a:t>
            </a:r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5DC6CD-DBE3-EC86-9585-75184F18E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9826" y="1551991"/>
            <a:ext cx="5412348" cy="5138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08095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9D7C7-6399-1AB6-3A56-90E2F9A6A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Recommended.html – 20/05/2026</a:t>
            </a:r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11F6D9-903C-CD90-91CD-01017DD4BF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2714" y="1638240"/>
            <a:ext cx="6248703" cy="4854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8201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B83F28-F413-4E2A-56FB-1A7A3A108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C6D77-C8FC-7CCE-F11F-5567CD7C0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Register.html – 20/05/2026</a:t>
            </a:r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6D1A83-A0FB-4E17-888F-09AF3F5AB9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9104" y="1288708"/>
            <a:ext cx="6376945" cy="5463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0743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8BBB51-AF10-9BE5-0CCC-7C5DE508F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EA433A-DAF6-0B72-B645-77AFEA21D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Reservation.html – 20/05/2026</a:t>
            </a:r>
            <a:endParaRPr lang="en-A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5E23D0-6376-0078-2988-66AFCD0464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0375" y="1496819"/>
            <a:ext cx="6751250" cy="5215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40505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210669-71E7-1CC4-8361-B19BCFD94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145BD-8321-847B-AF4F-7D2262102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Restaurants.html – 20/05/2026</a:t>
            </a:r>
            <a:endParaRPr lang="en-A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5EE9C5-A908-E1A4-8705-7037473728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1179" y="1630616"/>
            <a:ext cx="6929641" cy="5044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8074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00BABC-C37F-A104-369B-7E9A29C7D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E0173-896D-5033-A6AA-71231A438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Style.css – 20/05/2026</a:t>
            </a:r>
            <a:endParaRPr lang="en-A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95AB129-ABBF-3B84-287B-7B3930941C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233" y="2279177"/>
            <a:ext cx="11026661" cy="28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78506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C15F62-B239-78F8-8A13-2419D982F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A31DB-41A7-3305-18A1-EC0D999C7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Index.html – 23/05/2026</a:t>
            </a:r>
            <a:endParaRPr lang="en-A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0ABCBA-D169-F418-E692-4E95955516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7803" y="1500740"/>
            <a:ext cx="5407265" cy="5097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53333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6CC293-323D-4E1A-221B-F1578386DF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96C85-7237-AECD-EB4C-E102CF593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Recommend.html – 23/05/2026</a:t>
            </a:r>
            <a:endParaRPr lang="en-A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AF388F-6AB5-EA8B-7D8E-713615BB61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0807" y="1572401"/>
            <a:ext cx="5470385" cy="4784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7967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2C9DF6-61E9-28DB-C5CB-A10478CF2F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87EB99-FF70-2148-C3D0-D813EA231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Register.html – 23/05/2026</a:t>
            </a:r>
            <a:endParaRPr lang="en-A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1EE63D-A2FA-8DB3-419E-51E174E23F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4679" y="1651476"/>
            <a:ext cx="5769887" cy="4841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57859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FC1E76-A8E9-ABA7-D1C7-0477E7B733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D5210-3384-D010-E64F-FA24E4B7C0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Resvervation.html – 23/05/2026</a:t>
            </a:r>
            <a:endParaRPr lang="en-A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9D659A-5238-8B05-38D0-657405E525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2219" y="1387369"/>
            <a:ext cx="5978228" cy="5278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2173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FE525F-B3B1-FD83-BA16-245D7E7FE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D06A3-FF99-1581-A03D-E6F26C981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Restaurants.html – 23/05/2026</a:t>
            </a:r>
            <a:endParaRPr lang="en-A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B6B2541-C69A-801E-888B-70968F088F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317" y="1836321"/>
            <a:ext cx="10859870" cy="4526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22593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9C0EBB-1B25-4986-7A31-A59D3FB5A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49AAE-810B-97A4-F03A-8F25D57FC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Style.css – 23/05/2026</a:t>
            </a:r>
            <a:endParaRPr lang="en-A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A5BBB07-43D3-54F0-BD11-97A7A06A98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026" y="1826546"/>
            <a:ext cx="11716992" cy="3856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62842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C7C2BE-A219-E1E8-67A0-990E0E413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AB831-67A2-4EAA-24D3-F5A16BB6F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Index.html – 25/05/2026</a:t>
            </a:r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67CB67-539D-907B-F038-F970BFC094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0314" y="1298085"/>
            <a:ext cx="5671372" cy="5474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49688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362DD8-1E06-23FC-43A1-A4DF143AF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EEAF9-BA78-48E9-1B72-2B5317F44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Recommend.html – 25/05/2026</a:t>
            </a:r>
            <a:endParaRPr lang="en-A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0D03785-86D3-58A9-4629-A2CD88284B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423" y="1623999"/>
            <a:ext cx="5194736" cy="502246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60DEF12-DD87-FEB9-D97F-1A653751CC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4776" y="1623999"/>
            <a:ext cx="4651767" cy="5037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7625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ABCD67-80D6-F331-D608-A067F226C4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CA67A-09E1-B0A7-F6A2-465059DBF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Register.html – 25/05/2026</a:t>
            </a:r>
            <a:endParaRPr lang="en-A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394CF08-74F3-BD53-D409-8B0D6715C7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0740" y="1488208"/>
            <a:ext cx="6090381" cy="5142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13804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CE0D22-7515-5FD5-307F-C69AA9179B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9F66AE-B8EC-7B59-5257-1F5CC0A19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Reservation.html – 25/05/2026</a:t>
            </a:r>
            <a:endParaRPr lang="en-A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371384F-23CA-B5CB-6A05-4D41DA3FAC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3996" y="1513267"/>
            <a:ext cx="6505161" cy="5088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7440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CC35FF-1097-C380-76F5-E224EF6723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16D67-F790-6357-41D8-3E38A1EB0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Resurant.html – 25/05/2026</a:t>
            </a:r>
            <a:endParaRPr lang="en-A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887C9A-E1E4-B556-2782-5940FE6E76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156" y="1582415"/>
            <a:ext cx="11221092" cy="4579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63475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4E9B15-DC22-BEAC-73BD-08EC1A2A05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F935E-0BDA-2FF0-CD82-EEA846185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Style.css – 25/05/2026</a:t>
            </a:r>
            <a:endParaRPr lang="en-A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40A6CA4-8E19-81AA-415E-6F5B022439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759" y="1642921"/>
            <a:ext cx="10650041" cy="4365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64774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27B1F3-F670-BB6F-EB40-307895590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476BC-766C-02BF-455F-D5908A236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script.js – 25/05/2026</a:t>
            </a:r>
            <a:endParaRPr lang="en-A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43CAC6-D217-61F6-5F20-9CE8276B64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857" y="1990463"/>
            <a:ext cx="11004286" cy="3560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31771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C12030-7CA2-CA65-65E3-87257D5FC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24C8D-A7EC-0C76-7B12-AD243A813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Index.html– 27/05/2026</a:t>
            </a:r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5F9650-5263-600A-D00C-84C522AE90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0975" y="1454233"/>
            <a:ext cx="5730049" cy="5330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59536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FC9BDF-1B1F-DFF5-8BE6-8205126FE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1D5D6-FB3B-974A-503D-0F8BC8054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Recommended.html – 27/05/2026</a:t>
            </a:r>
            <a:endParaRPr lang="en-A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E7D051-62D1-BCDB-CAF7-13AA9A53B4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731" y="1527043"/>
            <a:ext cx="4818027" cy="526752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FA0D7B6-947D-CC1F-6778-17719BA66B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8967" y="2041074"/>
            <a:ext cx="5286081" cy="4383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1204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5FC3AE-39E9-FC86-B754-9C4E0FFF4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0E72A-CA9A-E5A4-E8E5-9FFA233DC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Register.html– 27/05/2026</a:t>
            </a:r>
            <a:endParaRPr lang="en-A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22D78A-7ACF-BCAE-8EFF-D0823783B0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1499820"/>
            <a:ext cx="4701039" cy="508386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876F7B4-A335-818F-5C13-1A5BF4620D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9002" y="1451070"/>
            <a:ext cx="4701039" cy="5132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83624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62C793-AB13-CDDF-F819-B5E96AD5EC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93508-4AF1-1F71-F67B-F60930C22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Reservation.html – 27/05/2026</a:t>
            </a:r>
            <a:endParaRPr lang="en-A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A9202A6-6412-4C11-50E8-FAADA1737C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602" y="1396488"/>
            <a:ext cx="6167983" cy="5228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733123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0DBC39-471F-5BDC-1BAC-EAAA0ECE31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C300F7-6E5E-A47C-9C97-11D597C43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Restaurants.html – 27/05/2026</a:t>
            </a:r>
            <a:endParaRPr lang="en-A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F1EBEE7-2A33-AD46-C674-5BF765A63C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489" y="1604949"/>
            <a:ext cx="11157855" cy="4605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589220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81F23-464B-C319-8F7C-588CBA74CD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C32FA-FEA8-CFED-729E-8EAD5B97B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Style.css – 27/05/2026</a:t>
            </a:r>
            <a:endParaRPr lang="en-A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E441BD-D4A9-546F-94CC-57ED3E4A22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555" y="1770431"/>
            <a:ext cx="10314889" cy="4505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953020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493272-B46B-C3D7-59B4-A0293442C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9F949-B3C9-8E85-33F2-5BF2B2702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Script.js – 27/05/2026</a:t>
            </a:r>
            <a:endParaRPr lang="en-A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F6AB390-12D9-74F9-B82F-A94FCE035F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742" y="1493028"/>
            <a:ext cx="10993574" cy="4730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134509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960F67-207C-554A-E617-6E97FD2970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2A22B-2F27-6E68-774B-B64D60A5F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Script.js – 27/05/2026</a:t>
            </a:r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8E334D-4981-05DC-28C9-88CFB08DAA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170" y="1881757"/>
            <a:ext cx="10595660" cy="3447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77454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75AFD4-E54B-B382-6311-BEBF192EE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D8AAB-183A-B112-33D7-A95BBC337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Index.html– 28/05/2026</a:t>
            </a:r>
            <a:endParaRPr lang="en-A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F0EF174-10FB-29CA-5229-729AEF085F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2448" y="1414613"/>
            <a:ext cx="5420032" cy="5185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758159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6F324-4B3A-4992-9043-13C8149674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49AB9-F3D8-E89C-CF67-5892F5139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Recommend.html– 29/05/2026</a:t>
            </a:r>
            <a:endParaRPr lang="en-A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D3F3017-6716-2769-BB54-A8EA0C881E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8574" y="1547386"/>
            <a:ext cx="5065963" cy="5079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140656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BC33DF-DF0D-B043-16A5-E641261DE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23DE7-F390-8B34-252E-D2318BE0E8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Index.html– 29/05/2026</a:t>
            </a:r>
            <a:endParaRPr lang="en-A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A391D86-EEB1-2989-E9C2-9E9BF38BC8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5339" y="1466763"/>
            <a:ext cx="5594171" cy="5142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817915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8AC620-949A-90CD-EB94-C6C8F547C6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F1489-2C70-C01A-4963-8C79B19B7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Recommended.html– 29/05/2026</a:t>
            </a:r>
            <a:endParaRPr lang="en-A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7DEC9B-DBED-8616-1A2A-83AD91276E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470" y="1626631"/>
            <a:ext cx="5342175" cy="47946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E4CFB1F-51E4-5D2D-E97E-5133285C48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0357" y="1690688"/>
            <a:ext cx="5627397" cy="4614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823939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181018-C7FE-1ADE-FA55-2241E725C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7D9BD-1940-FF66-7207-01A3536EE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Register.html– 29/05/2026</a:t>
            </a:r>
            <a:endParaRPr lang="en-A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46D40D7-15CD-4E8E-C8B0-72AD184D81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039" y="1497968"/>
            <a:ext cx="4313417" cy="52091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695DCE2-6FD1-DE5D-BDE1-9A2D6C3FFF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2908" y="1497968"/>
            <a:ext cx="4626244" cy="5083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88052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F8A546-4C56-3AFF-7E8E-2E17D7D2A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662B5-2C05-4D49-C2A9-4EB7D1CBA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Reservation.html– 29/05/2026</a:t>
            </a:r>
            <a:endParaRPr lang="en-A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B77523-A8AE-647B-1D90-359FE5EF75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033" y="1385872"/>
            <a:ext cx="5145338" cy="496033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C8C86F9-605A-4BB5-6A18-99730AF141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3538" y="1385872"/>
            <a:ext cx="5809626" cy="4960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212384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68DBCD-49FA-2E34-1DC2-943D1B84AD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14B68-C00B-E0FF-CC20-49460F01F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Resturants.html– 29/05/2026</a:t>
            </a:r>
            <a:endParaRPr lang="en-A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0713C5-E412-A3A0-5772-547C975351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763" y="1491360"/>
            <a:ext cx="10793665" cy="4154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413543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2B83FE-DAF8-AE7B-E4B1-A19BAA19F4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5957BB-7A73-F84F-B428-4CFFEB627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Style.css – 29/05/2026</a:t>
            </a:r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148372-C353-7CCF-CACF-4CBC3C6383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4696" y="1482614"/>
            <a:ext cx="8626239" cy="4892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403350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B5CC5F-0EB3-D048-9841-8C30EE5D87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0B0F5-48DC-777D-EDF9-20A95CF7A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Script.js – 29/05/2026</a:t>
            </a:r>
            <a:endParaRPr lang="en-A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C812AC-F2DC-A637-27F4-23A79861E7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215" y="1571611"/>
            <a:ext cx="10929955" cy="4583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951422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1B9A26-FA27-15E2-A3AB-40B4AA188D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9AE14D-58B2-E8D9-8282-9B4F0F0DB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Script.js – 29/05/2026</a:t>
            </a:r>
            <a:endParaRPr lang="en-A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3DB863A-8E81-AA5D-11BB-4708306551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558" y="1486169"/>
            <a:ext cx="9540922" cy="4943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777386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64FCB4-EDBB-34DB-7DBD-D0015A59B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D1CE3-8CA8-F0C3-0673-16D8A3CAA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Script.js – 29/05/2026</a:t>
            </a:r>
            <a:endParaRPr lang="en-A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F7F3F0C-A80A-74BB-F027-BB1BA0BDEA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336" y="1416861"/>
            <a:ext cx="9095127" cy="5136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85360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D564F-CCC8-96BE-AA34-8BD85F0534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Outcome – 30/05/2026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C89B78-9EA5-A5C6-5782-C812449C91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Please Look at final code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443789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233</Words>
  <Application>Microsoft Office PowerPoint</Application>
  <PresentationFormat>Widescreen</PresentationFormat>
  <Paragraphs>49</Paragraphs>
  <Slides>45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9" baseType="lpstr">
      <vt:lpstr>Aptos</vt:lpstr>
      <vt:lpstr>Aptos Display</vt:lpstr>
      <vt:lpstr>Arial</vt:lpstr>
      <vt:lpstr>Office Theme</vt:lpstr>
      <vt:lpstr>Development Stages</vt:lpstr>
      <vt:lpstr>Index.html – 18/05/2026</vt:lpstr>
      <vt:lpstr>Recommend.html – 18/05/2026</vt:lpstr>
      <vt:lpstr>Register.html</vt:lpstr>
      <vt:lpstr>Resturants.html 18/05/2026</vt:lpstr>
      <vt:lpstr>Style.css – 18/05/2026</vt:lpstr>
      <vt:lpstr>Index.html – 20/05/2026</vt:lpstr>
      <vt:lpstr>Recommended.html – 20/05/2026</vt:lpstr>
      <vt:lpstr>Register.html – 20/05/2026</vt:lpstr>
      <vt:lpstr>Reservation.html – 20/05/2026</vt:lpstr>
      <vt:lpstr>Restaurants.html – 20/05/2026</vt:lpstr>
      <vt:lpstr>Style.css – 20/05/2026</vt:lpstr>
      <vt:lpstr>Index.html – 23/05/2026</vt:lpstr>
      <vt:lpstr>Recommend.html – 23/05/2026</vt:lpstr>
      <vt:lpstr>Register.html – 23/05/2026</vt:lpstr>
      <vt:lpstr>Resvervation.html – 23/05/2026</vt:lpstr>
      <vt:lpstr>Restaurants.html – 23/05/2026</vt:lpstr>
      <vt:lpstr>Style.css – 23/05/2026</vt:lpstr>
      <vt:lpstr>Index.html – 25/05/2026</vt:lpstr>
      <vt:lpstr>Recommend.html – 25/05/2026</vt:lpstr>
      <vt:lpstr>Register.html – 25/05/2026</vt:lpstr>
      <vt:lpstr>Reservation.html – 25/05/2026</vt:lpstr>
      <vt:lpstr>Resurant.html – 25/05/2026</vt:lpstr>
      <vt:lpstr>Style.css – 25/05/2026</vt:lpstr>
      <vt:lpstr>script.js – 25/05/2026</vt:lpstr>
      <vt:lpstr>Index.html– 27/05/2026</vt:lpstr>
      <vt:lpstr>Recommended.html – 27/05/2026</vt:lpstr>
      <vt:lpstr>Register.html– 27/05/2026</vt:lpstr>
      <vt:lpstr>Reservation.html – 27/05/2026</vt:lpstr>
      <vt:lpstr>Restaurants.html – 27/05/2026</vt:lpstr>
      <vt:lpstr>Style.css – 27/05/2026</vt:lpstr>
      <vt:lpstr>Script.js – 27/05/2026</vt:lpstr>
      <vt:lpstr>Script.js – 27/05/2026</vt:lpstr>
      <vt:lpstr>Index.html– 28/05/2026</vt:lpstr>
      <vt:lpstr>Recommend.html– 29/05/2026</vt:lpstr>
      <vt:lpstr>Index.html– 29/05/2026</vt:lpstr>
      <vt:lpstr>Recommended.html– 29/05/2026</vt:lpstr>
      <vt:lpstr>Register.html– 29/05/2026</vt:lpstr>
      <vt:lpstr>Reservation.html– 29/05/2026</vt:lpstr>
      <vt:lpstr>Resturants.html– 29/05/2026</vt:lpstr>
      <vt:lpstr>Style.css – 29/05/2026</vt:lpstr>
      <vt:lpstr>Script.js – 29/05/2026</vt:lpstr>
      <vt:lpstr>Script.js – 29/05/2026</vt:lpstr>
      <vt:lpstr>Script.js – 29/05/2026</vt:lpstr>
      <vt:lpstr>Final Outcome – 30/05/2026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Nimesh Wijetunge</dc:creator>
  <cp:lastModifiedBy>Nimesh Wijetunge</cp:lastModifiedBy>
  <cp:revision>1</cp:revision>
  <dcterms:created xsi:type="dcterms:W3CDTF">2026-05-31T11:01:51Z</dcterms:created>
  <dcterms:modified xsi:type="dcterms:W3CDTF">2026-05-31T11:44:21Z</dcterms:modified>
</cp:coreProperties>
</file>